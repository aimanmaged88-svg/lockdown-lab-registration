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36" y="-3108960"/>
            <a:ext cx="4754880" cy="4754880"/>
          </a:xfrm>
          <a:prstGeom prst="ellipse">
            <a:avLst/>
          </a:prstGeom>
          <a:solidFill>
            <a:srgbClr val="0D090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515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O C K D O W N   L A B   L I V E   ·   S E S S I O N   D E C 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73736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DON'T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ANYBODY.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011680" y="457200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vs real skills — a straight talk for hoopers who post more than they practise.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34356" y="534924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050506"/>
          </a:solidFill>
          <a:ln w="25400">
            <a:solidFill>
              <a:srgbClr val="F6F4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4356" y="5349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players. Same age.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dream.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5029200" cy="2743200"/>
          </a:xfrm>
          <a:prstGeom prst="roundRect">
            <a:avLst>
              <a:gd name="adj" fmla="val 4667"/>
            </a:avLst>
          </a:prstGeom>
          <a:solidFill>
            <a:srgbClr val="14141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 LIKES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97280" y="4983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edits, checks likes at practice, argues in comments.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108960"/>
            <a:ext cx="5029200" cy="2743200"/>
          </a:xfrm>
          <a:prstGeom prst="roundRect">
            <a:avLst>
              <a:gd name="adj" fmla="val 4667"/>
            </a:avLst>
          </a:prstGeom>
          <a:solidFill>
            <a:srgbClr val="14141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3794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 REPS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766560" y="4983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in the bag. Logs reps. Nobody's watching yet.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years from now, only one of them is still a hooper. You already know which.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 is coaching you.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Badly.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36392"/>
            <a:ext cx="457200" cy="457200"/>
          </a:xfrm>
          <a:prstGeom prst="ellipse">
            <a:avLst/>
          </a:prstGeom>
          <a:solidFill>
            <a:srgbClr val="1F1F22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3063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HIGHLIGHT LIE   </a:t>
            </a:r>
            <a:pPr indent="0" marL="0">
              <a:buNone/>
            </a:pPr>
            <a:r>
              <a:rPr lang="en-US" sz="15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everyone's best 8 seconds — never their 5am, never their airballs. So your normal feels like failure.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187952"/>
            <a:ext cx="457200" cy="457200"/>
          </a:xfrm>
          <a:prstGeom prst="ellipse">
            <a:avLst/>
          </a:prstGeom>
          <a:solidFill>
            <a:srgbClr val="1F1F22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41148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DOPAMINE TAX   </a:t>
            </a:r>
            <a:pPr indent="0" marL="0">
              <a:buNone/>
            </a:pPr>
            <a:r>
              <a:rPr lang="en-US" sz="15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scroll spends focus you'll want in the fourth quarter. Attention is a skill, and the feed is training it OFF you.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5239512"/>
            <a:ext cx="457200" cy="457200"/>
          </a:xfrm>
          <a:prstGeom prst="ellipse">
            <a:avLst/>
          </a:prstGeom>
          <a:solidFill>
            <a:srgbClr val="1F1F22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516636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FAKE SCOREBOARD   </a:t>
            </a:r>
            <a:pPr indent="0" marL="0">
              <a:buNone/>
            </a:pPr>
            <a:r>
              <a:rPr lang="en-US" sz="15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feel like progress. But no scout, no coach, no defender has ever checked your follower count.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777240" cy="7772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0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DOESN'T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SPRINTS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viral is not a skill. Handles are. Conditioning is. Reading a defence is. The feed rewards moments — the game rewards habits.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3383280"/>
            <a:ext cx="4846320" cy="2651760"/>
          </a:xfrm>
          <a:prstGeom prst="roundRect">
            <a:avLst>
              <a:gd name="adj" fmla="val 4828"/>
            </a:avLst>
          </a:prstGeom>
          <a:solidFill>
            <a:srgbClr val="14141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TALK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406908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kids drop a mixtape. One spends the year defending his clips in comments. The other spends it in the gym. Trials come — the timeline can't help you at trials.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777240" cy="7772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0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IS A DEFENDER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CROSS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Scrolling someone else's wins before your own game is giving away points. You're racing your own last week — nobody else's highlight reel.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3383280"/>
            <a:ext cx="4846320" cy="2651760"/>
          </a:xfrm>
          <a:prstGeom prst="roundRect">
            <a:avLst>
              <a:gd name="adj" fmla="val 4828"/>
            </a:avLst>
          </a:prstGeom>
          <a:solidFill>
            <a:srgbClr val="14141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TALK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406908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a kid your age post a rep-squad offer. Now you're flat in warm-up, forcing shots by the first quarter. He didn't beat you. Your feed did.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777240" cy="7772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0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THE WORK,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WISH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Socials aren't evil — they're a tool. Used right, they're a public accountability log. Post proof of work, not proof of wishing.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3383280"/>
            <a:ext cx="4846320" cy="2651760"/>
          </a:xfrm>
          <a:prstGeom prst="roundRect">
            <a:avLst>
              <a:gd name="adj" fmla="val 4828"/>
            </a:avLst>
          </a:prstGeom>
          <a:solidFill>
            <a:srgbClr val="14141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TALK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406908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'100 makes, day 1 of 100.' Day 100: you've got a habit, a record, and a following that watched you earn it. That's content AND character.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777240" cy="7772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0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SCOREBOARD DOESN'T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YOUR FEED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what the game actually counts: reps, minutes, streaks, check-ins. Real metrics move slow and compound — that's how you know they're real.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3383280"/>
            <a:ext cx="4846320" cy="2651760"/>
          </a:xfrm>
          <a:prstGeom prst="roundRect">
            <a:avLst>
              <a:gd name="adj" fmla="val 4828"/>
            </a:avLst>
          </a:prstGeom>
          <a:solidFill>
            <a:srgbClr val="14141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TALK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406908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Lab we count check-ins, streaks and sessions — not likes. A 30-day streak will change your game. 30 days of posting won't.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ZOOM FLOOR — TALK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on. Be honest.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0F0F11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249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57860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hours did your phone say you scrolled this week — and what did it cost your game?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0F0F11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593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381304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page makes you feel behind? Why does their journey get a vote on yours?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0F0F11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51937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504748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feed disappeared tomorrow, what proof would exist that you're a hooper?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65176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7-DAY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the scroll for the score.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166360" cy="1463040"/>
          </a:xfrm>
          <a:prstGeom prst="roundRect">
            <a:avLst>
              <a:gd name="adj" fmla="val 8125"/>
            </a:avLst>
          </a:prstGeom>
          <a:solidFill>
            <a:srgbClr val="14141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62432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30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88920" y="258775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day: 30 minutes of scroll time becomes 30 minutes of ball — reps, film, or conditioning.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166360" cy="1463040"/>
          </a:xfrm>
          <a:prstGeom prst="roundRect">
            <a:avLst>
              <a:gd name="adj" fmla="val 8125"/>
            </a:avLst>
          </a:prstGeom>
          <a:solidFill>
            <a:srgbClr val="14141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62432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 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321040" y="258775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 the 3 accounts that make you feel behind. Keep the ones that make you train.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5166360" cy="1463040"/>
          </a:xfrm>
          <a:prstGeom prst="roundRect">
            <a:avLst>
              <a:gd name="adj" fmla="val 8125"/>
            </a:avLst>
          </a:prstGeom>
          <a:solidFill>
            <a:srgbClr val="1414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31596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88920" y="427939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proof-of-work post this week. Sweat, not filters. Caption: what you did, not what you want.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166360" cy="1463040"/>
          </a:xfrm>
          <a:prstGeom prst="roundRect">
            <a:avLst>
              <a:gd name="adj" fmla="val 8125"/>
            </a:avLst>
          </a:prstGeom>
          <a:solidFill>
            <a:srgbClr val="14141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31596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427939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to the Lab all 7 days. Streak up, XP up — the real scoreboard.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a day? Start the week again. That's the standard.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59836" y="4846320"/>
            <a:ext cx="5669280" cy="5669280"/>
          </a:xfrm>
          <a:prstGeom prst="ellipse">
            <a:avLst/>
          </a:prstGeom>
          <a:solidFill>
            <a:srgbClr val="0D090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6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DON'T GUARD ANYBODY.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DO.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down. Board's waiting. See you at the next session.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D6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 LAB LIVE</a:t>
            </a:r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@LOCKDOWNLABLIVE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2026-07-19T15:21:32Z</dcterms:created>
  <dcterms:modified xsi:type="dcterms:W3CDTF">2026-07-19T15:21:32Z</dcterms:modified>
</cp:coreProperties>
</file>