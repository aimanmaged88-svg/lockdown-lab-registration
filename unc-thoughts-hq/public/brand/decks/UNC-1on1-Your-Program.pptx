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warm. 'You asked me how I'd help you and what I can give you — so I put this together, just for you.' Swap [CLIENT NAME] to his real name before you show it — that personal touch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hook. Acknowledge his questions directly — it shows you listened. Then promise the customization. 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credibility moment — say it with confidence, don't undersell the Samsung background. That's what makes you different from every hooper who calls himself a trainer. 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Sell the personalization. This is what he's paying for that YouTube can't give him. 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map of the whole program. Tell him not every session hits all four — we weight it to what YOU need. 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17-year-old, the mental side is huge. Keep the safety line — you're a coach, not a psychologist. 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disclaimer out loud, especially with a minor. Keep nutrition general and practical. 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drill what HIS game needs — from the assessment. Not a generic skills list. 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differentiator — go deep here, it'll hook him. Use a real example from his game if you saw him play. Show him you see things he's never thought about. 2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between sessions is your unfair advantage — you're coaching him all week, not just the hour. Sell that. 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him the app live if you can. This is what no other trainer offers — 24/7 access to you. Get him signed up in the first session. 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 up front — it makes you the professional and makes him accountable. 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Send these 5 questions the moment he says yes. His answers = his custom program. This is step one of your repeatable system — same questions for every future client. 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your price + PayID before you present. Offer a block (e.g. buy 4, save a bit) to lock commitment — same play as the season pass. Don't be shy about the price — you're worth it. 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belief. Shake his hand, book the first session there and then. First client — make him feel like the most important one you'll ever have. 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lockdown-lab-registration/7c7db942-a819-52b2-a21d-ac14220da21e/scratchpad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57200"/>
            <a:ext cx="3017520" cy="3017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118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PROGRAM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4526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F0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1-on-1 basketball coaching — built around you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 [ CLIENT NAME ]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6E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UNC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292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PROGRAM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0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ASKED ME TWO THINGS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will you help me?</a:t>
            </a:r>
            <a:endParaRPr lang="en-US" sz="3400" dirty="0"/>
          </a:p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you provide?”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3017520"/>
            <a:ext cx="10789920" cy="2651760"/>
          </a:xfrm>
          <a:prstGeom prst="roundRect">
            <a:avLst>
              <a:gd name="adj" fmla="val 4138"/>
            </a:avLst>
          </a:prstGeom>
          <a:solidFill>
            <a:srgbClr val="17171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32918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questions. Most coaches would hand you the same plan they give everyone.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going to do the opposite — </a:t>
            </a:r>
            <a:pPr indent="0" marL="0">
              <a:buNone/>
            </a:pPr>
            <a:r>
              <a:rPr lang="en-US" sz="2200" b="1" dirty="0">
                <a:solidFill>
                  <a:srgbClr val="F0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it around YOU.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49377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exactly how, and exactly what you get.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292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PROGRAM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0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90"/>
              </a:lnSpc>
              <a:buNone/>
            </a:pPr>
            <a:r>
              <a:rPr lang="en-US" sz="38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teach you how to LEARN the game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6583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years as a Learning &amp; Development trainer at Samsung's head office.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1600"/>
              </a:spcAft>
              <a:buNone/>
            </a:pPr>
            <a:r>
              <a:rPr lang="en-US" sz="20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years across basketball, autism support and learning development.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don't just tell you what to do — I coach the way your brain actually learns, and I make it stick.</a:t>
            </a:r>
            <a:endParaRPr lang="en-US" sz="2000" dirty="0"/>
          </a:p>
        </p:txBody>
      </p:sp>
      <p:pic>
        <p:nvPicPr>
          <p:cNvPr id="6" name="Image 0" descr="/tmp/claude-0/-home-user-lockdown-lab-registration/7c7db942-a819-52b2-a21d-ac14220da21e/scratchpad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292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PROGRAM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0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90"/>
              </a:lnSpc>
              <a:buNone/>
            </a:pPr>
            <a:r>
              <a:rPr lang="en-US" sz="38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built around you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10789920" cy="2103120"/>
          </a:xfrm>
          <a:prstGeom prst="roundRect">
            <a:avLst>
              <a:gd name="adj" fmla="val 5217"/>
            </a:avLst>
          </a:prstGeom>
          <a:solidFill>
            <a:srgbClr val="17171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33172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start with where YOU are — your game, your goals, your gaps. First we look at your game together. Then we pick the 2–3 things that will level you up fastest. No cookie-cutter plan.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45720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0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always know WHY we're working on something — not just what.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292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PROGRAM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0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PROGRAM COVERS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90"/>
              </a:lnSpc>
              <a:buNone/>
            </a:pPr>
            <a:r>
              <a:rPr lang="en-US" sz="38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pillars — one complete player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7171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57400" y="23957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057400" y="2926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Confidence, nerves, focus, bouncing back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210312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7171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🍎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680960" y="23957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Nutrition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680960" y="2926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Fuel, hydration, recovery — the basics done right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402336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7171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297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🏀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057400" y="43159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057400" y="4846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Handles, footwork, shooting, conditioning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402336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7171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4297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680960" y="43159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On-court IQ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680960" y="4846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Decision-making — the little things that win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292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PROGRAM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0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90"/>
              </a:lnSpc>
              <a:buNone/>
            </a:pPr>
            <a:r>
              <a:rPr lang="en-US" sz="38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Mindset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 nobody trains — and the one that separates players.</a:t>
            </a:r>
            <a:endParaRPr lang="en-US" sz="20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pre-game routine that settles you</a:t>
            </a:r>
            <a:endParaRPr lang="en-US" sz="20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reset for after mistakes — next play, every time</a:t>
            </a:r>
            <a:endParaRPr lang="en-US" sz="20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Confidence built on preparation, not hype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5852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 and lived experience — if anything ever feels heavy, we point you to the right professional too.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292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PROGRAM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0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90"/>
              </a:lnSpc>
              <a:buNone/>
            </a:pPr>
            <a:r>
              <a:rPr lang="en-US" sz="38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🍎  Nutrition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practical fuel — nothing extreme.</a:t>
            </a:r>
            <a:endParaRPr lang="en-US" sz="20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to eat before you play (and what to avoid)</a:t>
            </a:r>
            <a:endParaRPr lang="en-US" sz="20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Hydration and recovery habits that actually stick</a:t>
            </a:r>
            <a:endParaRPr lang="en-US" sz="20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Fuelling a growing body the right way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5074920"/>
            <a:ext cx="10789920" cy="1005840"/>
          </a:xfrm>
          <a:prstGeom prst="roundRect">
            <a:avLst>
              <a:gd name="adj" fmla="val 10909"/>
            </a:avLst>
          </a:prstGeom>
          <a:solidFill>
            <a:srgbClr val="23232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50749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i="1" dirty="0">
                <a:solidFill>
                  <a:srgbClr val="45C4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Important: I'm a coach, not a dietitian. Anything with allergies or medical needs goes to your GP or an Accredited Sports Dietitian — always.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292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PROGRAM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0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90"/>
              </a:lnSpc>
              <a:buNone/>
            </a:pPr>
            <a:r>
              <a:rPr lang="en-US" sz="38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🏀  Skills &amp; body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17171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331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Ball-handling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2788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Tight, both hands, eyes up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210312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17171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2331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Footwork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629400" y="2788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Balance, first step, finishing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70332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17171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3931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Shooting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005840" y="4389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Repeatable mechanics + rhythm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370332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17171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3931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Conditioning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629400" y="4389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as strong as you start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292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PROGRAM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5C4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4 — MY FAVOURITE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90"/>
              </a:lnSpc>
              <a:buNone/>
            </a:pPr>
            <a:r>
              <a:rPr lang="en-US" sz="38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On-court IQ: the little things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I love teaching — the reads most coaches never explain: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45C4C9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4688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 a rebound — do you look up BEFORE you gather? Outlet or go?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355848"/>
            <a:ext cx="502920" cy="502920"/>
          </a:xfrm>
          <a:prstGeom prst="ellipse">
            <a:avLst/>
          </a:prstGeom>
          <a:solidFill>
            <a:srgbClr val="45C4C9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331012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1-on-1 on offence — reading his hips and feet: where's his weight?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97096"/>
            <a:ext cx="502920" cy="502920"/>
          </a:xfrm>
          <a:prstGeom prst="ellipse">
            <a:avLst/>
          </a:prstGeom>
          <a:solidFill>
            <a:srgbClr val="45C4C9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4197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4151376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before you catch — know your move before the ball arrives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38344"/>
            <a:ext cx="502920" cy="502920"/>
          </a:xfrm>
          <a:prstGeom prst="ellipse">
            <a:avLst/>
          </a:prstGeom>
          <a:solidFill>
            <a:srgbClr val="45C4C9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5038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99262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slow down, when to attack — reading the whole floor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292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PROGRAM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0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90"/>
              </a:lnSpc>
              <a:buNone/>
            </a:pPr>
            <a:r>
              <a:rPr lang="en-US" sz="38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week with me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23232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560320"/>
            <a:ext cx="548640" cy="548640"/>
          </a:xfrm>
          <a:prstGeom prst="ellipse">
            <a:avLst/>
          </a:prstGeom>
          <a:solidFill>
            <a:srgbClr val="F0622A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37947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look at your game and set 2–3 targets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29000" y="228600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17171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3320" y="2560320"/>
            <a:ext cx="548640" cy="548640"/>
          </a:xfrm>
          <a:prstGeom prst="ellipse">
            <a:avLst/>
          </a:prstGeom>
          <a:solidFill>
            <a:srgbClr val="F0622A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0332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0332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703320" y="37947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sessions built on those targets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228600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17171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46520" y="2560320"/>
            <a:ext cx="548640" cy="548640"/>
          </a:xfrm>
          <a:prstGeom prst="ellipse">
            <a:avLst/>
          </a:prstGeom>
          <a:solidFill>
            <a:srgbClr val="F0622A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4652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week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46520" y="37947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me anything in the app between sessions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15400" y="228600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17171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89720" y="2560320"/>
            <a:ext cx="548640" cy="548640"/>
          </a:xfrm>
          <a:prstGeom prst="ellipse">
            <a:avLst/>
          </a:prstGeom>
          <a:solidFill>
            <a:srgbClr val="F0622A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8972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8972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189720" y="37947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progress, adjust, keep climbing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292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PROGRAM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0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OUR SESSIONS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90"/>
              </a:lnSpc>
              <a:buNone/>
            </a:pPr>
            <a:r>
              <a:rPr lang="en-US" sz="38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in your pocket all week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10789920" cy="274320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423160"/>
            <a:ext cx="996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F0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UNC Thoughts app</a:t>
            </a:r>
            <a:endParaRPr lang="en-US" sz="2200" dirty="0"/>
          </a:p>
          <a:p>
            <a:pPr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me anything, any time — basketball, nutrition, mindset. Browse the Library of what I've already answered. Get a thought to work on each day. You're never training alone.</a:t>
            </a:r>
            <a:endParaRPr lang="en-US" sz="2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uncthoughts.netlify.app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292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PROGRAM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0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90"/>
              </a:lnSpc>
              <a:buNone/>
            </a:pPr>
            <a:r>
              <a:rPr lang="en-US" sz="38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need from you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10789920" cy="960120"/>
          </a:xfrm>
          <a:prstGeom prst="roundRect">
            <a:avLst>
              <a:gd name="adj" fmla="val 11429"/>
            </a:avLst>
          </a:prstGeom>
          <a:solidFill>
            <a:srgbClr val="17171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404872"/>
            <a:ext cx="530352" cy="530352"/>
          </a:xfrm>
          <a:prstGeom prst="ellipse">
            <a:avLst/>
          </a:prstGeom>
          <a:solidFill>
            <a:srgbClr val="F0622A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4048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219456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up — on time, ready to work.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3337560"/>
            <a:ext cx="10789920" cy="960120"/>
          </a:xfrm>
          <a:prstGeom prst="roundRect">
            <a:avLst>
              <a:gd name="adj" fmla="val 11429"/>
            </a:avLst>
          </a:prstGeom>
          <a:solidFill>
            <a:srgbClr val="17171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547872"/>
            <a:ext cx="530352" cy="530352"/>
          </a:xfrm>
          <a:prstGeom prst="ellipse">
            <a:avLst/>
          </a:prstGeom>
          <a:solidFill>
            <a:srgbClr val="F0622A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5478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37360" y="333756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honest — with me and with yourself, especially on the hard days.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5800" y="4480560"/>
            <a:ext cx="10789920" cy="960120"/>
          </a:xfrm>
          <a:prstGeom prst="roundRect">
            <a:avLst>
              <a:gd name="adj" fmla="val 11429"/>
            </a:avLst>
          </a:prstGeom>
          <a:solidFill>
            <a:srgbClr val="17171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60120" y="4690872"/>
            <a:ext cx="530352" cy="530352"/>
          </a:xfrm>
          <a:prstGeom prst="ellipse">
            <a:avLst/>
          </a:prstGeom>
          <a:solidFill>
            <a:srgbClr val="F0622A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46908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37360" y="448056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homework — the real growth happens between sessions.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" y="5806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0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these three, and I'll take you further than you think you can go.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292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PROGRAM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0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MOVE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90"/>
              </a:lnSpc>
              <a:buNone/>
            </a:pPr>
            <a:r>
              <a:rPr lang="en-US" sz="38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can build YOUR plan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these before session one — this is how I customise everything: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457200" cy="457200"/>
          </a:xfrm>
          <a:prstGeom prst="ellipse">
            <a:avLst/>
          </a:prstGeom>
          <a:solidFill>
            <a:srgbClr val="45C4C9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24688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your #1 goal in the next 3 months?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457200" cy="457200"/>
          </a:xfrm>
          <a:prstGeom prst="ellipse">
            <a:avLst/>
          </a:prstGeom>
          <a:solidFill>
            <a:srgbClr val="45C4C9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2004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+ level you play at right now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977640"/>
            <a:ext cx="457200" cy="457200"/>
          </a:xfrm>
          <a:prstGeom prst="ellipse">
            <a:avLst/>
          </a:prstGeom>
          <a:solidFill>
            <a:srgbClr val="45C4C9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39319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 of your game you're proudest of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709160"/>
            <a:ext cx="457200" cy="457200"/>
          </a:xfrm>
          <a:prstGeom prst="ellipse">
            <a:avLst/>
          </a:prstGeom>
          <a:solidFill>
            <a:srgbClr val="45C4C9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46634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 that frustrates you most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5440680"/>
            <a:ext cx="457200" cy="457200"/>
          </a:xfrm>
          <a:prstGeom prst="ellipse">
            <a:avLst/>
          </a:prstGeom>
          <a:solidFill>
            <a:srgbClr val="45C4C9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63040" y="53949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injuries, and your weekly availability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292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E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PROGRAM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0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START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90"/>
              </a:lnSpc>
              <a:buNone/>
            </a:pPr>
            <a:r>
              <a:rPr lang="en-US" sz="38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investment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5257800" cy="2834640"/>
          </a:xfrm>
          <a:prstGeom prst="roundRect">
            <a:avLst>
              <a:gd name="adj" fmla="val 3871"/>
            </a:avLst>
          </a:prstGeom>
          <a:solidFill>
            <a:srgbClr val="17171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0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[  ]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1005840" y="3977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a block of sessions — better value, and it keeps you committed.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257800" cy="2834640"/>
          </a:xfrm>
          <a:prstGeom prst="roundRect">
            <a:avLst>
              <a:gd name="adj" fmla="val 3871"/>
            </a:avLst>
          </a:prstGeom>
          <a:solidFill>
            <a:srgbClr val="23232B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5C4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PAY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292608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PayID — instant, free, straight from your bank.</a:t>
            </a:r>
            <a:endParaRPr lang="en-US" sz="180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your PayID here ]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b="1" i="1" dirty="0">
                <a:solidFill>
                  <a:srgbClr val="F0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your first session and let's go.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lockdown-lab-registration/7c7db942-a819-52b2-a21d-ac14220da21e/scratchpad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50292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4290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THE COMPLETE PLAYER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Mind. Body. Skills. IQ. — all of it, built around you.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6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uncthoughts.netlify.app</a:t>
            </a:r>
            <a:pPr algn="ctr" indent="0" marL="0">
              <a:buNone/>
            </a:pPr>
            <a:r>
              <a:rPr lang="en-US" sz="1600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@uncthoughts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E6E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start of something. Let's get to work. 🧡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2026-08-17T07:26:54Z</dcterms:created>
  <dcterms:modified xsi:type="dcterms:W3CDTF">2026-08-17T07:26:54Z</dcterms:modified>
</cp:coreProperties>
</file>